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54864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34"/>
    <p:restoredTop sz="94651"/>
  </p:normalViewPr>
  <p:slideViewPr>
    <p:cSldViewPr snapToGrid="0">
      <p:cViewPr varScale="1">
        <p:scale>
          <a:sx n="276" d="100"/>
          <a:sy n="276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8945"/>
            <a:ext cx="41148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40815"/>
            <a:ext cx="41148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88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63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2" y="683895"/>
            <a:ext cx="47320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2" y="1835785"/>
            <a:ext cx="47320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82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82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502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07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46050"/>
            <a:ext cx="47320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672465"/>
            <a:ext cx="232100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02030"/>
            <a:ext cx="232100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672465"/>
            <a:ext cx="233243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02030"/>
            <a:ext cx="233243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92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55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46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94970"/>
            <a:ext cx="277749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286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94970"/>
            <a:ext cx="277749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75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42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46050"/>
            <a:ext cx="11830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46050"/>
            <a:ext cx="348043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954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46050"/>
            <a:ext cx="47320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30250"/>
            <a:ext cx="47320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74954-840E-3544-9EB7-E10A455E352F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C214C-230B-014D-815A-DE8E36FA18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9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CD2EC00E-15C6-2826-A5A4-10E00B8FFF41}"/>
              </a:ext>
            </a:extLst>
          </p:cNvPr>
          <p:cNvGrpSpPr/>
          <p:nvPr/>
        </p:nvGrpSpPr>
        <p:grpSpPr>
          <a:xfrm>
            <a:off x="249238" y="2149792"/>
            <a:ext cx="346075" cy="196850"/>
            <a:chOff x="244475" y="2466975"/>
            <a:chExt cx="346075" cy="196850"/>
          </a:xfrm>
        </p:grpSpPr>
        <p:pic>
          <p:nvPicPr>
            <p:cNvPr id="27" name="Graphic 26" descr="Sprouting Seed outline">
              <a:extLst>
                <a:ext uri="{FF2B5EF4-FFF2-40B4-BE49-F238E27FC236}">
                  <a16:creationId xmlns:a16="http://schemas.microsoft.com/office/drawing/2014/main" id="{6C6CA412-1BCD-2362-16A6-A5E20FB83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50459"/>
            <a:stretch>
              <a:fillRect/>
            </a:stretch>
          </p:blipFill>
          <p:spPr>
            <a:xfrm>
              <a:off x="244475" y="2492375"/>
              <a:ext cx="346075" cy="171450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C79586B-BB43-6B4D-3766-E0E988717D28}"/>
                </a:ext>
              </a:extLst>
            </p:cNvPr>
            <p:cNvSpPr/>
            <p:nvPr/>
          </p:nvSpPr>
          <p:spPr>
            <a:xfrm>
              <a:off x="393700" y="2466975"/>
              <a:ext cx="45719" cy="50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188A9D9-CB07-7645-C5A2-F6F72CC8E389}"/>
                </a:ext>
              </a:extLst>
            </p:cNvPr>
            <p:cNvSpPr/>
            <p:nvPr/>
          </p:nvSpPr>
          <p:spPr>
            <a:xfrm>
              <a:off x="393700" y="2533650"/>
              <a:ext cx="45719" cy="457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Graphic 9" descr="Dim (Medium Sun) with solid fill">
            <a:extLst>
              <a:ext uri="{FF2B5EF4-FFF2-40B4-BE49-F238E27FC236}">
                <a16:creationId xmlns:a16="http://schemas.microsoft.com/office/drawing/2014/main" id="{53C6FF12-BBF0-5E18-D339-7223A6EED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33259" y="2076767"/>
            <a:ext cx="381000" cy="381000"/>
          </a:xfrm>
          <a:prstGeom prst="rect">
            <a:avLst/>
          </a:prstGeom>
        </p:spPr>
      </p:pic>
      <p:pic>
        <p:nvPicPr>
          <p:cNvPr id="12" name="Graphic 11" descr="Snowflake outline">
            <a:extLst>
              <a:ext uri="{FF2B5EF4-FFF2-40B4-BE49-F238E27FC236}">
                <a16:creationId xmlns:a16="http://schemas.microsoft.com/office/drawing/2014/main" id="{1E6D3F5A-4D19-6296-DA56-A2B8158EC4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2300" y="2076767"/>
            <a:ext cx="381000" cy="381000"/>
          </a:xfrm>
          <a:prstGeom prst="rect">
            <a:avLst/>
          </a:prstGeom>
        </p:spPr>
      </p:pic>
      <p:pic>
        <p:nvPicPr>
          <p:cNvPr id="16" name="Graphic 15" descr="Sprouting Seed outline">
            <a:extLst>
              <a:ext uri="{FF2B5EF4-FFF2-40B4-BE49-F238E27FC236}">
                <a16:creationId xmlns:a16="http://schemas.microsoft.com/office/drawing/2014/main" id="{A624587C-A2C2-1FE0-5B47-148002C8C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2888" y="64233"/>
            <a:ext cx="346075" cy="346075"/>
          </a:xfrm>
          <a:prstGeom prst="rect">
            <a:avLst/>
          </a:prstGeom>
        </p:spPr>
      </p:pic>
      <p:pic>
        <p:nvPicPr>
          <p:cNvPr id="5" name="Graphic 4" descr="Dim (Medium Sun) with solid fill">
            <a:extLst>
              <a:ext uri="{FF2B5EF4-FFF2-40B4-BE49-F238E27FC236}">
                <a16:creationId xmlns:a16="http://schemas.microsoft.com/office/drawing/2014/main" id="{6DA1A317-9C94-E7A6-691C-A815ACD4CC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72634" y="2079942"/>
            <a:ext cx="381000" cy="381000"/>
          </a:xfrm>
          <a:prstGeom prst="rect">
            <a:avLst/>
          </a:prstGeom>
        </p:spPr>
      </p:pic>
      <p:pic>
        <p:nvPicPr>
          <p:cNvPr id="6" name="Graphic 5" descr="Snowflake outline">
            <a:extLst>
              <a:ext uri="{FF2B5EF4-FFF2-40B4-BE49-F238E27FC236}">
                <a16:creationId xmlns:a16="http://schemas.microsoft.com/office/drawing/2014/main" id="{E002571B-2D26-B9A8-6760-A0AB548961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71675" y="2079942"/>
            <a:ext cx="381000" cy="381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643759-F661-542B-C4BA-5B0F7D7D82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0" y="0"/>
            <a:ext cx="5486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650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Chiono</dc:creator>
  <cp:lastModifiedBy>Alec Chiono</cp:lastModifiedBy>
  <cp:revision>8</cp:revision>
  <dcterms:created xsi:type="dcterms:W3CDTF">2026-03-04T17:13:01Z</dcterms:created>
  <dcterms:modified xsi:type="dcterms:W3CDTF">2026-03-05T17:57:51Z</dcterms:modified>
</cp:coreProperties>
</file>